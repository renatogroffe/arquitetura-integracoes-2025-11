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  <p:sldMasterId id="2147484404" r:id="rId5"/>
    <p:sldMasterId id="2147484428" r:id="rId6"/>
    <p:sldMasterId id="2147484455" r:id="rId7"/>
  </p:sldMasterIdLst>
  <p:notesMasterIdLst>
    <p:notesMasterId r:id="rId19"/>
  </p:notesMasterIdLst>
  <p:handoutMasterIdLst>
    <p:handoutMasterId r:id="rId20"/>
  </p:handoutMasterIdLst>
  <p:sldIdLst>
    <p:sldId id="1393" r:id="rId8"/>
    <p:sldId id="1800" r:id="rId9"/>
    <p:sldId id="1774" r:id="rId10"/>
    <p:sldId id="1518" r:id="rId11"/>
    <p:sldId id="1767" r:id="rId12"/>
    <p:sldId id="1775" r:id="rId13"/>
    <p:sldId id="1776" r:id="rId14"/>
    <p:sldId id="1777" r:id="rId15"/>
    <p:sldId id="1778" r:id="rId16"/>
    <p:sldId id="1779" r:id="rId17"/>
    <p:sldId id="1766" r:id="rId18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gnite 2016 Template Light" id="{A073DAE3-B461-442F-A3D3-6642BD875E45}">
          <p14:sldIdLst>
            <p14:sldId id="1393"/>
            <p14:sldId id="1800"/>
            <p14:sldId id="1774"/>
            <p14:sldId id="1518"/>
            <p14:sldId id="1767"/>
            <p14:sldId id="1775"/>
            <p14:sldId id="1776"/>
            <p14:sldId id="1777"/>
            <p14:sldId id="1778"/>
            <p14:sldId id="1779"/>
          </p14:sldIdLst>
        </p14:section>
        <p14:section name="Finalizando" id="{CF622469-3E87-46BA-8ED6-912C47B00EF3}">
          <p14:sldIdLst>
            <p14:sldId id="17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3">
          <p15:clr>
            <a:srgbClr val="A4A3A4"/>
          </p15:clr>
        </p15:guide>
        <p15:guide id="2" pos="39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B2B2B2"/>
    <a:srgbClr val="EAEAEA"/>
    <a:srgbClr val="F8F8F8"/>
    <a:srgbClr val="FFFFCC"/>
    <a:srgbClr val="CCECFF"/>
    <a:srgbClr val="3366CC"/>
    <a:srgbClr val="008080"/>
    <a:srgbClr val="FFFBD9"/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1" autoAdjust="0"/>
    <p:restoredTop sz="79472" autoAdjust="0"/>
  </p:normalViewPr>
  <p:slideViewPr>
    <p:cSldViewPr>
      <p:cViewPr varScale="1">
        <p:scale>
          <a:sx n="73" d="100"/>
          <a:sy n="73" d="100"/>
        </p:scale>
        <p:origin x="979" y="312"/>
      </p:cViewPr>
      <p:guideLst>
        <p:guide orient="horz" pos="2203"/>
        <p:guide pos="39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152"/>
    </p:cViewPr>
  </p:sorterViewPr>
  <p:notesViewPr>
    <p:cSldViewPr showGuides="1">
      <p:cViewPr varScale="1">
        <p:scale>
          <a:sx n="83" d="100"/>
          <a:sy n="83" d="100"/>
        </p:scale>
        <p:origin x="232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>
                <a:latin typeface="Segoe UI" pitchFamily="34" charset="0"/>
              </a:rPr>
              <a:t>Microsoft Ignite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11/4/2025 8:59 PM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‹nº›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/>
              <a:t>Microsoft Ignite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11/4/2025 8:59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11/4/2025 8:59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5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5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11/4/2025 8:59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934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11/4/2025 8:59 PM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877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E9D04-8803-DF9A-7470-894843417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2F75CD0-4307-D62A-0D94-0EC215D1E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E8EE88A-46B5-22A2-5A62-55616A049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9630AD1F-DBCC-AA57-6142-29F574766C0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10E6CB-FD5F-5B3E-2555-A6A275AAE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BC9EF86D-013A-EC84-95F1-251B8E550E7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11/4/2025 8:59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4E9E9D-8F4D-F1BE-F40B-B393B924FCB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985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5C44C-BFA4-245D-3253-27CBCC5F4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0B8BF1C-14AB-8CBB-C1AA-A54F8C094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0CCB0B5-355E-C83D-0D29-E336EE182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422B8800-B6F8-0DC9-A8AF-8FACCF30C4C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7251F5-1622-3E6D-A6F0-990004385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C86CDD25-6668-B3F3-281D-3563E31BB649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11/4/2025 8:59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51EB11-D085-8038-9C2E-C6615CB90EF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151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EF251-B9FE-759D-92CC-2226FDD68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5B74196-69FC-ED0C-6C93-0A684A365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6CEAED4-3BFF-B3E8-EB42-E88D52F50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314AD612-7754-5F78-73E9-A5026D8EC04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CC56C7-FDCE-B505-DF95-8A9B0FB88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0124D602-66F8-7664-67A5-960A0463E14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11/4/2025 8:59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EAC2C1-6299-604F-26B7-E5F46F84D3D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990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EED2F-3ACC-2C29-334F-B894306D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A22115B-0B5F-C1AB-1FF3-C6ADDD0B3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8002BB-4534-44B1-C447-A42757F4F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5F608508-A8E5-1E43-E9A8-C4D5802C581C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CB46CE-82C8-3CAA-2BAB-8E03D8A9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FB34CF69-8933-1F6A-E2B6-A7F3413F408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11/4/2025 8:59 PM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7D750A-47FB-0733-2A6D-D7F1168F26A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149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11/4/2025 8:59 PM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622073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8501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5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240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6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84147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10092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88989" y="6072577"/>
            <a:ext cx="300223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</a:t>
            </a:r>
            <a:r>
              <a:rPr lang="en-US" sz="24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aspnetConference</a:t>
            </a: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‬</a:t>
            </a:r>
          </a:p>
        </p:txBody>
      </p:sp>
    </p:spTree>
    <p:extLst>
      <p:ext uri="{BB962C8B-B14F-4D97-AF65-F5344CB8AC3E}">
        <p14:creationId xmlns:p14="http://schemas.microsoft.com/office/powerpoint/2010/main" val="2342740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E4A19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617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0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3750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17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06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12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1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19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62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6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67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19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62245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808889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0740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2457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4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52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78516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8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69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</p:spTree>
    <p:extLst>
      <p:ext uri="{BB962C8B-B14F-4D97-AF65-F5344CB8AC3E}">
        <p14:creationId xmlns:p14="http://schemas.microsoft.com/office/powerpoint/2010/main" val="1847824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1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27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700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94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07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84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82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7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9983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2279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431795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7793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92035">
                      <a:srgbClr val="000000"/>
                    </a:gs>
                    <a:gs pos="75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573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2959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9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93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099056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64013" y="479425"/>
            <a:ext cx="1436313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6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31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04/11/2025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9099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72E4-1EB3-4AD0-8A8C-9ACF3E188437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ADA7-AC71-4BF6-BCA0-0FC767D289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897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038" y="2125663"/>
            <a:ext cx="10058399" cy="18288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49299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189039" y="2125663"/>
            <a:ext cx="10058400" cy="91281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8847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90736"/>
            <a:ext cx="1449939" cy="306604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3196078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u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Freeform 7"/>
          <p:cNvSpPr>
            <a:spLocks noChangeAspect="1" noEditPoints="1"/>
          </p:cNvSpPr>
          <p:nvPr userDrawn="1"/>
        </p:nvSpPr>
        <p:spPr bwMode="black">
          <a:xfrm>
            <a:off x="457200" y="490736"/>
            <a:ext cx="1239006" cy="310896"/>
          </a:xfrm>
          <a:custGeom>
            <a:avLst/>
            <a:gdLst>
              <a:gd name="T0" fmla="*/ 336 w 2176"/>
              <a:gd name="T1" fmla="*/ 2 h 546"/>
              <a:gd name="T2" fmla="*/ 269 w 2176"/>
              <a:gd name="T3" fmla="*/ 2 h 546"/>
              <a:gd name="T4" fmla="*/ 48 w 2176"/>
              <a:gd name="T5" fmla="*/ 538 h 546"/>
              <a:gd name="T6" fmla="*/ 2128 w 2176"/>
              <a:gd name="T7" fmla="*/ 2 h 546"/>
              <a:gd name="T8" fmla="*/ 2176 w 2176"/>
              <a:gd name="T9" fmla="*/ 2 h 546"/>
              <a:gd name="T10" fmla="*/ 1049 w 2176"/>
              <a:gd name="T11" fmla="*/ 175 h 546"/>
              <a:gd name="T12" fmla="*/ 1025 w 2176"/>
              <a:gd name="T13" fmla="*/ 454 h 546"/>
              <a:gd name="T14" fmla="*/ 937 w 2176"/>
              <a:gd name="T15" fmla="*/ 473 h 546"/>
              <a:gd name="T16" fmla="*/ 892 w 2176"/>
              <a:gd name="T17" fmla="*/ 384 h 546"/>
              <a:gd name="T18" fmla="*/ 809 w 2176"/>
              <a:gd name="T19" fmla="*/ 394 h 546"/>
              <a:gd name="T20" fmla="*/ 975 w 2176"/>
              <a:gd name="T21" fmla="*/ 540 h 546"/>
              <a:gd name="T22" fmla="*/ 1048 w 2176"/>
              <a:gd name="T23" fmla="*/ 482 h 546"/>
              <a:gd name="T24" fmla="*/ 1131 w 2176"/>
              <a:gd name="T25" fmla="*/ 536 h 546"/>
              <a:gd name="T26" fmla="*/ 1293 w 2176"/>
              <a:gd name="T27" fmla="*/ 14 h 546"/>
              <a:gd name="T28" fmla="*/ 1238 w 2176"/>
              <a:gd name="T29" fmla="*/ 3 h 546"/>
              <a:gd name="T30" fmla="*/ 1207 w 2176"/>
              <a:gd name="T31" fmla="*/ 48 h 546"/>
              <a:gd name="T32" fmla="*/ 1237 w 2176"/>
              <a:gd name="T33" fmla="*/ 91 h 546"/>
              <a:gd name="T34" fmla="*/ 1293 w 2176"/>
              <a:gd name="T35" fmla="*/ 81 h 546"/>
              <a:gd name="T36" fmla="*/ 1216 w 2176"/>
              <a:gd name="T37" fmla="*/ 536 h 546"/>
              <a:gd name="T38" fmla="*/ 1216 w 2176"/>
              <a:gd name="T39" fmla="*/ 175 h 546"/>
              <a:gd name="T40" fmla="*/ 1457 w 2176"/>
              <a:gd name="T41" fmla="*/ 536 h 546"/>
              <a:gd name="T42" fmla="*/ 1376 w 2176"/>
              <a:gd name="T43" fmla="*/ 536 h 546"/>
              <a:gd name="T44" fmla="*/ 729 w 2176"/>
              <a:gd name="T45" fmla="*/ 213 h 546"/>
              <a:gd name="T46" fmla="*/ 573 w 2176"/>
              <a:gd name="T47" fmla="*/ 163 h 546"/>
              <a:gd name="T48" fmla="*/ 491 w 2176"/>
              <a:gd name="T49" fmla="*/ 226 h 546"/>
              <a:gd name="T50" fmla="*/ 460 w 2176"/>
              <a:gd name="T51" fmla="*/ 2 h 546"/>
              <a:gd name="T52" fmla="*/ 489 w 2176"/>
              <a:gd name="T53" fmla="*/ 537 h 546"/>
              <a:gd name="T54" fmla="*/ 509 w 2176"/>
              <a:gd name="T55" fmla="*/ 512 h 546"/>
              <a:gd name="T56" fmla="*/ 596 w 2176"/>
              <a:gd name="T57" fmla="*/ 546 h 546"/>
              <a:gd name="T58" fmla="*/ 754 w 2176"/>
              <a:gd name="T59" fmla="*/ 423 h 546"/>
              <a:gd name="T60" fmla="*/ 671 w 2176"/>
              <a:gd name="T61" fmla="*/ 400 h 546"/>
              <a:gd name="T62" fmla="*/ 578 w 2176"/>
              <a:gd name="T63" fmla="*/ 478 h 546"/>
              <a:gd name="T64" fmla="*/ 495 w 2176"/>
              <a:gd name="T65" fmla="*/ 421 h 546"/>
              <a:gd name="T66" fmla="*/ 496 w 2176"/>
              <a:gd name="T67" fmla="*/ 291 h 546"/>
              <a:gd name="T68" fmla="*/ 586 w 2176"/>
              <a:gd name="T69" fmla="*/ 226 h 546"/>
              <a:gd name="T70" fmla="*/ 672 w 2176"/>
              <a:gd name="T71" fmla="*/ 293 h 546"/>
              <a:gd name="T72" fmla="*/ 1866 w 2176"/>
              <a:gd name="T73" fmla="*/ 2 h 546"/>
              <a:gd name="T74" fmla="*/ 1783 w 2176"/>
              <a:gd name="T75" fmla="*/ 220 h 546"/>
              <a:gd name="T76" fmla="*/ 1716 w 2176"/>
              <a:gd name="T77" fmla="*/ 171 h 546"/>
              <a:gd name="T78" fmla="*/ 1561 w 2176"/>
              <a:gd name="T79" fmla="*/ 220 h 546"/>
              <a:gd name="T80" fmla="*/ 1526 w 2176"/>
              <a:gd name="T81" fmla="*/ 443 h 546"/>
              <a:gd name="T82" fmla="*/ 1665 w 2176"/>
              <a:gd name="T83" fmla="*/ 546 h 546"/>
              <a:gd name="T84" fmla="*/ 1763 w 2176"/>
              <a:gd name="T85" fmla="*/ 507 h 546"/>
              <a:gd name="T86" fmla="*/ 1785 w 2176"/>
              <a:gd name="T87" fmla="*/ 537 h 546"/>
              <a:gd name="T88" fmla="*/ 1778 w 2176"/>
              <a:gd name="T89" fmla="*/ 413 h 546"/>
              <a:gd name="T90" fmla="*/ 1692 w 2176"/>
              <a:gd name="T91" fmla="*/ 479 h 546"/>
              <a:gd name="T92" fmla="*/ 1607 w 2176"/>
              <a:gd name="T93" fmla="*/ 414 h 546"/>
              <a:gd name="T94" fmla="*/ 1624 w 2176"/>
              <a:gd name="T95" fmla="*/ 269 h 546"/>
              <a:gd name="T96" fmla="*/ 1732 w 2176"/>
              <a:gd name="T97" fmla="*/ 241 h 546"/>
              <a:gd name="T98" fmla="*/ 1786 w 2176"/>
              <a:gd name="T99" fmla="*/ 326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176" h="546">
                <a:moveTo>
                  <a:pt x="163" y="538"/>
                </a:moveTo>
                <a:cubicBezTo>
                  <a:pt x="116" y="538"/>
                  <a:pt x="116" y="538"/>
                  <a:pt x="116" y="538"/>
                </a:cubicBezTo>
                <a:cubicBezTo>
                  <a:pt x="336" y="2"/>
                  <a:pt x="336" y="2"/>
                  <a:pt x="336" y="2"/>
                </a:cubicBezTo>
                <a:cubicBezTo>
                  <a:pt x="384" y="2"/>
                  <a:pt x="384" y="2"/>
                  <a:pt x="384" y="2"/>
                </a:cubicBezTo>
                <a:lnTo>
                  <a:pt x="163" y="538"/>
                </a:lnTo>
                <a:close/>
                <a:moveTo>
                  <a:pt x="269" y="2"/>
                </a:moveTo>
                <a:cubicBezTo>
                  <a:pt x="221" y="2"/>
                  <a:pt x="221" y="2"/>
                  <a:pt x="221" y="2"/>
                </a:cubicBezTo>
                <a:cubicBezTo>
                  <a:pt x="0" y="538"/>
                  <a:pt x="0" y="538"/>
                  <a:pt x="0" y="538"/>
                </a:cubicBezTo>
                <a:cubicBezTo>
                  <a:pt x="48" y="538"/>
                  <a:pt x="48" y="538"/>
                  <a:pt x="48" y="538"/>
                </a:cubicBezTo>
                <a:lnTo>
                  <a:pt x="269" y="2"/>
                </a:lnTo>
                <a:close/>
                <a:moveTo>
                  <a:pt x="2176" y="2"/>
                </a:moveTo>
                <a:cubicBezTo>
                  <a:pt x="2128" y="2"/>
                  <a:pt x="2128" y="2"/>
                  <a:pt x="2128" y="2"/>
                </a:cubicBezTo>
                <a:cubicBezTo>
                  <a:pt x="1908" y="538"/>
                  <a:pt x="1908" y="538"/>
                  <a:pt x="1908" y="538"/>
                </a:cubicBezTo>
                <a:cubicBezTo>
                  <a:pt x="1955" y="538"/>
                  <a:pt x="1955" y="538"/>
                  <a:pt x="1955" y="538"/>
                </a:cubicBezTo>
                <a:lnTo>
                  <a:pt x="2176" y="2"/>
                </a:lnTo>
                <a:close/>
                <a:moveTo>
                  <a:pt x="1131" y="536"/>
                </a:moveTo>
                <a:cubicBezTo>
                  <a:pt x="1131" y="175"/>
                  <a:pt x="1131" y="175"/>
                  <a:pt x="1131" y="175"/>
                </a:cubicBezTo>
                <a:cubicBezTo>
                  <a:pt x="1049" y="175"/>
                  <a:pt x="1049" y="175"/>
                  <a:pt x="1049" y="175"/>
                </a:cubicBezTo>
                <a:cubicBezTo>
                  <a:pt x="1049" y="384"/>
                  <a:pt x="1049" y="384"/>
                  <a:pt x="1049" y="384"/>
                </a:cubicBezTo>
                <a:cubicBezTo>
                  <a:pt x="1049" y="399"/>
                  <a:pt x="1047" y="412"/>
                  <a:pt x="1042" y="424"/>
                </a:cubicBezTo>
                <a:cubicBezTo>
                  <a:pt x="1038" y="436"/>
                  <a:pt x="1032" y="446"/>
                  <a:pt x="1025" y="454"/>
                </a:cubicBezTo>
                <a:cubicBezTo>
                  <a:pt x="1017" y="462"/>
                  <a:pt x="1009" y="468"/>
                  <a:pt x="999" y="472"/>
                </a:cubicBezTo>
                <a:cubicBezTo>
                  <a:pt x="989" y="476"/>
                  <a:pt x="978" y="478"/>
                  <a:pt x="967" y="478"/>
                </a:cubicBezTo>
                <a:cubicBezTo>
                  <a:pt x="956" y="478"/>
                  <a:pt x="946" y="476"/>
                  <a:pt x="937" y="473"/>
                </a:cubicBezTo>
                <a:cubicBezTo>
                  <a:pt x="927" y="470"/>
                  <a:pt x="920" y="464"/>
                  <a:pt x="913" y="457"/>
                </a:cubicBezTo>
                <a:cubicBezTo>
                  <a:pt x="906" y="449"/>
                  <a:pt x="901" y="440"/>
                  <a:pt x="897" y="428"/>
                </a:cubicBezTo>
                <a:cubicBezTo>
                  <a:pt x="894" y="416"/>
                  <a:pt x="892" y="401"/>
                  <a:pt x="892" y="384"/>
                </a:cubicBezTo>
                <a:cubicBezTo>
                  <a:pt x="892" y="175"/>
                  <a:pt x="892" y="175"/>
                  <a:pt x="892" y="175"/>
                </a:cubicBezTo>
                <a:cubicBezTo>
                  <a:pt x="809" y="175"/>
                  <a:pt x="809" y="175"/>
                  <a:pt x="809" y="175"/>
                </a:cubicBezTo>
                <a:cubicBezTo>
                  <a:pt x="809" y="394"/>
                  <a:pt x="809" y="394"/>
                  <a:pt x="809" y="394"/>
                </a:cubicBezTo>
                <a:cubicBezTo>
                  <a:pt x="809" y="444"/>
                  <a:pt x="821" y="482"/>
                  <a:pt x="843" y="507"/>
                </a:cubicBezTo>
                <a:cubicBezTo>
                  <a:pt x="865" y="532"/>
                  <a:pt x="897" y="545"/>
                  <a:pt x="939" y="545"/>
                </a:cubicBezTo>
                <a:cubicBezTo>
                  <a:pt x="951" y="545"/>
                  <a:pt x="963" y="543"/>
                  <a:pt x="975" y="540"/>
                </a:cubicBezTo>
                <a:cubicBezTo>
                  <a:pt x="986" y="537"/>
                  <a:pt x="996" y="532"/>
                  <a:pt x="1005" y="526"/>
                </a:cubicBezTo>
                <a:cubicBezTo>
                  <a:pt x="1014" y="521"/>
                  <a:pt x="1022" y="514"/>
                  <a:pt x="1029" y="506"/>
                </a:cubicBezTo>
                <a:cubicBezTo>
                  <a:pt x="1037" y="499"/>
                  <a:pt x="1043" y="490"/>
                  <a:pt x="1048" y="482"/>
                </a:cubicBezTo>
                <a:cubicBezTo>
                  <a:pt x="1049" y="482"/>
                  <a:pt x="1049" y="482"/>
                  <a:pt x="1049" y="482"/>
                </a:cubicBezTo>
                <a:cubicBezTo>
                  <a:pt x="1049" y="536"/>
                  <a:pt x="1049" y="536"/>
                  <a:pt x="1049" y="536"/>
                </a:cubicBezTo>
                <a:lnTo>
                  <a:pt x="1131" y="536"/>
                </a:lnTo>
                <a:close/>
                <a:moveTo>
                  <a:pt x="1307" y="48"/>
                </a:moveTo>
                <a:cubicBezTo>
                  <a:pt x="1307" y="41"/>
                  <a:pt x="1306" y="35"/>
                  <a:pt x="1303" y="29"/>
                </a:cubicBezTo>
                <a:cubicBezTo>
                  <a:pt x="1301" y="23"/>
                  <a:pt x="1297" y="18"/>
                  <a:pt x="1293" y="14"/>
                </a:cubicBezTo>
                <a:cubicBezTo>
                  <a:pt x="1288" y="9"/>
                  <a:pt x="1283" y="6"/>
                  <a:pt x="1277" y="3"/>
                </a:cubicBezTo>
                <a:cubicBezTo>
                  <a:pt x="1271" y="1"/>
                  <a:pt x="1264" y="0"/>
                  <a:pt x="1257" y="0"/>
                </a:cubicBezTo>
                <a:cubicBezTo>
                  <a:pt x="1250" y="0"/>
                  <a:pt x="1244" y="1"/>
                  <a:pt x="1238" y="3"/>
                </a:cubicBezTo>
                <a:cubicBezTo>
                  <a:pt x="1232" y="6"/>
                  <a:pt x="1226" y="9"/>
                  <a:pt x="1222" y="13"/>
                </a:cubicBezTo>
                <a:cubicBezTo>
                  <a:pt x="1217" y="18"/>
                  <a:pt x="1214" y="23"/>
                  <a:pt x="1211" y="29"/>
                </a:cubicBezTo>
                <a:cubicBezTo>
                  <a:pt x="1209" y="34"/>
                  <a:pt x="1207" y="41"/>
                  <a:pt x="1207" y="48"/>
                </a:cubicBezTo>
                <a:cubicBezTo>
                  <a:pt x="1207" y="54"/>
                  <a:pt x="1209" y="60"/>
                  <a:pt x="1211" y="66"/>
                </a:cubicBezTo>
                <a:cubicBezTo>
                  <a:pt x="1214" y="72"/>
                  <a:pt x="1217" y="77"/>
                  <a:pt x="1221" y="81"/>
                </a:cubicBezTo>
                <a:cubicBezTo>
                  <a:pt x="1226" y="85"/>
                  <a:pt x="1231" y="88"/>
                  <a:pt x="1237" y="91"/>
                </a:cubicBezTo>
                <a:cubicBezTo>
                  <a:pt x="1243" y="93"/>
                  <a:pt x="1250" y="95"/>
                  <a:pt x="1257" y="95"/>
                </a:cubicBezTo>
                <a:cubicBezTo>
                  <a:pt x="1264" y="95"/>
                  <a:pt x="1271" y="93"/>
                  <a:pt x="1277" y="91"/>
                </a:cubicBezTo>
                <a:cubicBezTo>
                  <a:pt x="1283" y="88"/>
                  <a:pt x="1289" y="85"/>
                  <a:pt x="1293" y="81"/>
                </a:cubicBezTo>
                <a:cubicBezTo>
                  <a:pt x="1297" y="77"/>
                  <a:pt x="1301" y="72"/>
                  <a:pt x="1303" y="66"/>
                </a:cubicBezTo>
                <a:cubicBezTo>
                  <a:pt x="1306" y="60"/>
                  <a:pt x="1307" y="54"/>
                  <a:pt x="1307" y="48"/>
                </a:cubicBezTo>
                <a:moveTo>
                  <a:pt x="1216" y="536"/>
                </a:moveTo>
                <a:cubicBezTo>
                  <a:pt x="1297" y="536"/>
                  <a:pt x="1297" y="536"/>
                  <a:pt x="1297" y="536"/>
                </a:cubicBezTo>
                <a:cubicBezTo>
                  <a:pt x="1297" y="175"/>
                  <a:pt x="1297" y="175"/>
                  <a:pt x="1297" y="175"/>
                </a:cubicBezTo>
                <a:cubicBezTo>
                  <a:pt x="1216" y="175"/>
                  <a:pt x="1216" y="175"/>
                  <a:pt x="1216" y="175"/>
                </a:cubicBezTo>
                <a:lnTo>
                  <a:pt x="1216" y="536"/>
                </a:lnTo>
                <a:close/>
                <a:moveTo>
                  <a:pt x="1376" y="536"/>
                </a:moveTo>
                <a:cubicBezTo>
                  <a:pt x="1457" y="536"/>
                  <a:pt x="1457" y="536"/>
                  <a:pt x="1457" y="536"/>
                </a:cubicBezTo>
                <a:cubicBezTo>
                  <a:pt x="1457" y="2"/>
                  <a:pt x="1457" y="2"/>
                  <a:pt x="1457" y="2"/>
                </a:cubicBezTo>
                <a:cubicBezTo>
                  <a:pt x="1376" y="2"/>
                  <a:pt x="1376" y="2"/>
                  <a:pt x="1376" y="2"/>
                </a:cubicBezTo>
                <a:lnTo>
                  <a:pt x="1376" y="536"/>
                </a:lnTo>
                <a:close/>
                <a:moveTo>
                  <a:pt x="765" y="342"/>
                </a:moveTo>
                <a:cubicBezTo>
                  <a:pt x="765" y="317"/>
                  <a:pt x="762" y="294"/>
                  <a:pt x="756" y="272"/>
                </a:cubicBezTo>
                <a:cubicBezTo>
                  <a:pt x="750" y="249"/>
                  <a:pt x="741" y="230"/>
                  <a:pt x="729" y="213"/>
                </a:cubicBezTo>
                <a:cubicBezTo>
                  <a:pt x="717" y="196"/>
                  <a:pt x="701" y="183"/>
                  <a:pt x="682" y="173"/>
                </a:cubicBezTo>
                <a:cubicBezTo>
                  <a:pt x="663" y="163"/>
                  <a:pt x="640" y="158"/>
                  <a:pt x="613" y="158"/>
                </a:cubicBezTo>
                <a:cubicBezTo>
                  <a:pt x="599" y="158"/>
                  <a:pt x="585" y="160"/>
                  <a:pt x="573" y="163"/>
                </a:cubicBezTo>
                <a:cubicBezTo>
                  <a:pt x="561" y="166"/>
                  <a:pt x="549" y="171"/>
                  <a:pt x="539" y="177"/>
                </a:cubicBezTo>
                <a:cubicBezTo>
                  <a:pt x="529" y="183"/>
                  <a:pt x="520" y="190"/>
                  <a:pt x="512" y="199"/>
                </a:cubicBezTo>
                <a:cubicBezTo>
                  <a:pt x="504" y="207"/>
                  <a:pt x="497" y="216"/>
                  <a:pt x="491" y="226"/>
                </a:cubicBezTo>
                <a:cubicBezTo>
                  <a:pt x="489" y="226"/>
                  <a:pt x="489" y="226"/>
                  <a:pt x="489" y="226"/>
                </a:cubicBezTo>
                <a:cubicBezTo>
                  <a:pt x="489" y="2"/>
                  <a:pt x="489" y="2"/>
                  <a:pt x="489" y="2"/>
                </a:cubicBezTo>
                <a:cubicBezTo>
                  <a:pt x="460" y="2"/>
                  <a:pt x="460" y="2"/>
                  <a:pt x="460" y="2"/>
                </a:cubicBezTo>
                <a:cubicBezTo>
                  <a:pt x="406" y="133"/>
                  <a:pt x="406" y="133"/>
                  <a:pt x="406" y="133"/>
                </a:cubicBezTo>
                <a:cubicBezTo>
                  <a:pt x="406" y="537"/>
                  <a:pt x="406" y="537"/>
                  <a:pt x="406" y="537"/>
                </a:cubicBezTo>
                <a:cubicBezTo>
                  <a:pt x="489" y="537"/>
                  <a:pt x="489" y="537"/>
                  <a:pt x="489" y="537"/>
                </a:cubicBezTo>
                <a:cubicBezTo>
                  <a:pt x="489" y="490"/>
                  <a:pt x="489" y="490"/>
                  <a:pt x="489" y="490"/>
                </a:cubicBezTo>
                <a:cubicBezTo>
                  <a:pt x="491" y="490"/>
                  <a:pt x="491" y="490"/>
                  <a:pt x="491" y="490"/>
                </a:cubicBezTo>
                <a:cubicBezTo>
                  <a:pt x="496" y="498"/>
                  <a:pt x="502" y="505"/>
                  <a:pt x="509" y="512"/>
                </a:cubicBezTo>
                <a:cubicBezTo>
                  <a:pt x="515" y="519"/>
                  <a:pt x="523" y="525"/>
                  <a:pt x="532" y="530"/>
                </a:cubicBezTo>
                <a:cubicBezTo>
                  <a:pt x="540" y="535"/>
                  <a:pt x="550" y="539"/>
                  <a:pt x="561" y="542"/>
                </a:cubicBezTo>
                <a:cubicBezTo>
                  <a:pt x="571" y="544"/>
                  <a:pt x="583" y="546"/>
                  <a:pt x="596" y="546"/>
                </a:cubicBezTo>
                <a:cubicBezTo>
                  <a:pt x="623" y="546"/>
                  <a:pt x="647" y="541"/>
                  <a:pt x="668" y="530"/>
                </a:cubicBezTo>
                <a:cubicBezTo>
                  <a:pt x="689" y="520"/>
                  <a:pt x="707" y="506"/>
                  <a:pt x="721" y="488"/>
                </a:cubicBezTo>
                <a:cubicBezTo>
                  <a:pt x="736" y="470"/>
                  <a:pt x="747" y="448"/>
                  <a:pt x="754" y="423"/>
                </a:cubicBezTo>
                <a:cubicBezTo>
                  <a:pt x="761" y="398"/>
                  <a:pt x="765" y="371"/>
                  <a:pt x="765" y="342"/>
                </a:cubicBezTo>
                <a:moveTo>
                  <a:pt x="678" y="341"/>
                </a:moveTo>
                <a:cubicBezTo>
                  <a:pt x="678" y="363"/>
                  <a:pt x="676" y="383"/>
                  <a:pt x="671" y="400"/>
                </a:cubicBezTo>
                <a:cubicBezTo>
                  <a:pt x="667" y="418"/>
                  <a:pt x="660" y="432"/>
                  <a:pt x="651" y="443"/>
                </a:cubicBezTo>
                <a:cubicBezTo>
                  <a:pt x="643" y="455"/>
                  <a:pt x="632" y="463"/>
                  <a:pt x="620" y="469"/>
                </a:cubicBezTo>
                <a:cubicBezTo>
                  <a:pt x="607" y="475"/>
                  <a:pt x="593" y="478"/>
                  <a:pt x="578" y="478"/>
                </a:cubicBezTo>
                <a:cubicBezTo>
                  <a:pt x="565" y="478"/>
                  <a:pt x="553" y="475"/>
                  <a:pt x="542" y="470"/>
                </a:cubicBezTo>
                <a:cubicBezTo>
                  <a:pt x="531" y="466"/>
                  <a:pt x="522" y="459"/>
                  <a:pt x="514" y="450"/>
                </a:cubicBezTo>
                <a:cubicBezTo>
                  <a:pt x="506" y="442"/>
                  <a:pt x="500" y="432"/>
                  <a:pt x="495" y="421"/>
                </a:cubicBezTo>
                <a:cubicBezTo>
                  <a:pt x="491" y="410"/>
                  <a:pt x="488" y="397"/>
                  <a:pt x="488" y="384"/>
                </a:cubicBezTo>
                <a:cubicBezTo>
                  <a:pt x="488" y="336"/>
                  <a:pt x="488" y="336"/>
                  <a:pt x="488" y="336"/>
                </a:cubicBezTo>
                <a:cubicBezTo>
                  <a:pt x="488" y="319"/>
                  <a:pt x="491" y="304"/>
                  <a:pt x="496" y="291"/>
                </a:cubicBezTo>
                <a:cubicBezTo>
                  <a:pt x="500" y="278"/>
                  <a:pt x="507" y="266"/>
                  <a:pt x="516" y="257"/>
                </a:cubicBezTo>
                <a:cubicBezTo>
                  <a:pt x="524" y="247"/>
                  <a:pt x="534" y="240"/>
                  <a:pt x="546" y="234"/>
                </a:cubicBezTo>
                <a:cubicBezTo>
                  <a:pt x="558" y="229"/>
                  <a:pt x="571" y="226"/>
                  <a:pt x="586" y="226"/>
                </a:cubicBezTo>
                <a:cubicBezTo>
                  <a:pt x="601" y="226"/>
                  <a:pt x="614" y="229"/>
                  <a:pt x="625" y="234"/>
                </a:cubicBezTo>
                <a:cubicBezTo>
                  <a:pt x="636" y="240"/>
                  <a:pt x="646" y="247"/>
                  <a:pt x="654" y="257"/>
                </a:cubicBezTo>
                <a:cubicBezTo>
                  <a:pt x="662" y="267"/>
                  <a:pt x="668" y="279"/>
                  <a:pt x="672" y="293"/>
                </a:cubicBezTo>
                <a:cubicBezTo>
                  <a:pt x="676" y="307"/>
                  <a:pt x="678" y="323"/>
                  <a:pt x="678" y="341"/>
                </a:cubicBezTo>
                <a:moveTo>
                  <a:pt x="1866" y="537"/>
                </a:moveTo>
                <a:cubicBezTo>
                  <a:pt x="1866" y="2"/>
                  <a:pt x="1866" y="2"/>
                  <a:pt x="1866" y="2"/>
                </a:cubicBezTo>
                <a:cubicBezTo>
                  <a:pt x="1785" y="2"/>
                  <a:pt x="1785" y="2"/>
                  <a:pt x="1785" y="2"/>
                </a:cubicBezTo>
                <a:cubicBezTo>
                  <a:pt x="1785" y="220"/>
                  <a:pt x="1785" y="220"/>
                  <a:pt x="1785" y="220"/>
                </a:cubicBezTo>
                <a:cubicBezTo>
                  <a:pt x="1783" y="220"/>
                  <a:pt x="1783" y="220"/>
                  <a:pt x="1783" y="220"/>
                </a:cubicBezTo>
                <a:cubicBezTo>
                  <a:pt x="1779" y="213"/>
                  <a:pt x="1773" y="206"/>
                  <a:pt x="1767" y="199"/>
                </a:cubicBezTo>
                <a:cubicBezTo>
                  <a:pt x="1760" y="192"/>
                  <a:pt x="1753" y="187"/>
                  <a:pt x="1744" y="182"/>
                </a:cubicBezTo>
                <a:cubicBezTo>
                  <a:pt x="1736" y="177"/>
                  <a:pt x="1726" y="173"/>
                  <a:pt x="1716" y="171"/>
                </a:cubicBezTo>
                <a:cubicBezTo>
                  <a:pt x="1705" y="168"/>
                  <a:pt x="1693" y="167"/>
                  <a:pt x="1681" y="167"/>
                </a:cubicBezTo>
                <a:cubicBezTo>
                  <a:pt x="1656" y="167"/>
                  <a:pt x="1633" y="171"/>
                  <a:pt x="1613" y="181"/>
                </a:cubicBezTo>
                <a:cubicBezTo>
                  <a:pt x="1592" y="190"/>
                  <a:pt x="1575" y="203"/>
                  <a:pt x="1561" y="220"/>
                </a:cubicBezTo>
                <a:cubicBezTo>
                  <a:pt x="1546" y="238"/>
                  <a:pt x="1535" y="259"/>
                  <a:pt x="1527" y="283"/>
                </a:cubicBezTo>
                <a:cubicBezTo>
                  <a:pt x="1519" y="308"/>
                  <a:pt x="1515" y="335"/>
                  <a:pt x="1515" y="365"/>
                </a:cubicBezTo>
                <a:cubicBezTo>
                  <a:pt x="1515" y="394"/>
                  <a:pt x="1519" y="420"/>
                  <a:pt x="1526" y="443"/>
                </a:cubicBezTo>
                <a:cubicBezTo>
                  <a:pt x="1534" y="465"/>
                  <a:pt x="1544" y="484"/>
                  <a:pt x="1558" y="500"/>
                </a:cubicBezTo>
                <a:cubicBezTo>
                  <a:pt x="1571" y="515"/>
                  <a:pt x="1587" y="526"/>
                  <a:pt x="1605" y="534"/>
                </a:cubicBezTo>
                <a:cubicBezTo>
                  <a:pt x="1624" y="542"/>
                  <a:pt x="1643" y="546"/>
                  <a:pt x="1665" y="546"/>
                </a:cubicBezTo>
                <a:cubicBezTo>
                  <a:pt x="1679" y="546"/>
                  <a:pt x="1693" y="544"/>
                  <a:pt x="1705" y="541"/>
                </a:cubicBezTo>
                <a:cubicBezTo>
                  <a:pt x="1717" y="538"/>
                  <a:pt x="1728" y="533"/>
                  <a:pt x="1737" y="528"/>
                </a:cubicBezTo>
                <a:cubicBezTo>
                  <a:pt x="1747" y="522"/>
                  <a:pt x="1756" y="515"/>
                  <a:pt x="1763" y="507"/>
                </a:cubicBezTo>
                <a:cubicBezTo>
                  <a:pt x="1771" y="499"/>
                  <a:pt x="1778" y="490"/>
                  <a:pt x="1783" y="480"/>
                </a:cubicBezTo>
                <a:cubicBezTo>
                  <a:pt x="1785" y="480"/>
                  <a:pt x="1785" y="480"/>
                  <a:pt x="1785" y="480"/>
                </a:cubicBezTo>
                <a:cubicBezTo>
                  <a:pt x="1785" y="537"/>
                  <a:pt x="1785" y="537"/>
                  <a:pt x="1785" y="537"/>
                </a:cubicBezTo>
                <a:lnTo>
                  <a:pt x="1866" y="537"/>
                </a:lnTo>
                <a:close/>
                <a:moveTo>
                  <a:pt x="1786" y="366"/>
                </a:moveTo>
                <a:cubicBezTo>
                  <a:pt x="1786" y="384"/>
                  <a:pt x="1783" y="399"/>
                  <a:pt x="1778" y="413"/>
                </a:cubicBezTo>
                <a:cubicBezTo>
                  <a:pt x="1773" y="427"/>
                  <a:pt x="1767" y="439"/>
                  <a:pt x="1758" y="449"/>
                </a:cubicBezTo>
                <a:cubicBezTo>
                  <a:pt x="1750" y="458"/>
                  <a:pt x="1740" y="466"/>
                  <a:pt x="1728" y="471"/>
                </a:cubicBezTo>
                <a:cubicBezTo>
                  <a:pt x="1717" y="476"/>
                  <a:pt x="1705" y="479"/>
                  <a:pt x="1692" y="479"/>
                </a:cubicBezTo>
                <a:cubicBezTo>
                  <a:pt x="1679" y="479"/>
                  <a:pt x="1667" y="477"/>
                  <a:pt x="1656" y="472"/>
                </a:cubicBezTo>
                <a:cubicBezTo>
                  <a:pt x="1644" y="467"/>
                  <a:pt x="1635" y="460"/>
                  <a:pt x="1626" y="450"/>
                </a:cubicBezTo>
                <a:cubicBezTo>
                  <a:pt x="1618" y="440"/>
                  <a:pt x="1612" y="428"/>
                  <a:pt x="1607" y="414"/>
                </a:cubicBezTo>
                <a:cubicBezTo>
                  <a:pt x="1602" y="399"/>
                  <a:pt x="1600" y="382"/>
                  <a:pt x="1600" y="363"/>
                </a:cubicBezTo>
                <a:cubicBezTo>
                  <a:pt x="1600" y="343"/>
                  <a:pt x="1602" y="325"/>
                  <a:pt x="1606" y="309"/>
                </a:cubicBezTo>
                <a:cubicBezTo>
                  <a:pt x="1610" y="294"/>
                  <a:pt x="1616" y="280"/>
                  <a:pt x="1624" y="269"/>
                </a:cubicBezTo>
                <a:cubicBezTo>
                  <a:pt x="1632" y="257"/>
                  <a:pt x="1642" y="249"/>
                  <a:pt x="1654" y="242"/>
                </a:cubicBezTo>
                <a:cubicBezTo>
                  <a:pt x="1667" y="236"/>
                  <a:pt x="1681" y="233"/>
                  <a:pt x="1697" y="233"/>
                </a:cubicBezTo>
                <a:cubicBezTo>
                  <a:pt x="1709" y="233"/>
                  <a:pt x="1721" y="236"/>
                  <a:pt x="1732" y="241"/>
                </a:cubicBezTo>
                <a:cubicBezTo>
                  <a:pt x="1743" y="245"/>
                  <a:pt x="1752" y="252"/>
                  <a:pt x="1760" y="260"/>
                </a:cubicBezTo>
                <a:cubicBezTo>
                  <a:pt x="1768" y="269"/>
                  <a:pt x="1774" y="279"/>
                  <a:pt x="1779" y="290"/>
                </a:cubicBezTo>
                <a:cubicBezTo>
                  <a:pt x="1783" y="301"/>
                  <a:pt x="1786" y="313"/>
                  <a:pt x="1786" y="326"/>
                </a:cubicBezTo>
                <a:lnTo>
                  <a:pt x="1786" y="36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404040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712663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6518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4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371038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4141863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9870677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772207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742498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247077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89568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4140417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18256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06989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422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92327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6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15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69321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4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72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00" r:id="rId2"/>
    <p:sldLayoutId id="2147484295" r:id="rId3"/>
    <p:sldLayoutId id="2147484240" r:id="rId4"/>
    <p:sldLayoutId id="2147484296" r:id="rId5"/>
    <p:sldLayoutId id="2147484241" r:id="rId6"/>
    <p:sldLayoutId id="2147484297" r:id="rId7"/>
    <p:sldLayoutId id="2147484244" r:id="rId8"/>
    <p:sldLayoutId id="2147484298" r:id="rId9"/>
    <p:sldLayoutId id="2147484245" r:id="rId10"/>
    <p:sldLayoutId id="2147484247" r:id="rId11"/>
    <p:sldLayoutId id="2147484249" r:id="rId12"/>
    <p:sldLayoutId id="2147484301" r:id="rId13"/>
    <p:sldLayoutId id="2147484251" r:id="rId14"/>
    <p:sldLayoutId id="2147484252" r:id="rId15"/>
    <p:sldLayoutId id="2147484257" r:id="rId16"/>
    <p:sldLayoutId id="2147484258" r:id="rId17"/>
    <p:sldLayoutId id="2147484260" r:id="rId18"/>
    <p:sldLayoutId id="2147484299" r:id="rId19"/>
    <p:sldLayoutId id="2147484263" r:id="rId20"/>
    <p:sldLayoutId id="2147484403" r:id="rId21"/>
    <p:sldLayoutId id="2147484477" r:id="rId22"/>
    <p:sldLayoutId id="2147484478" r:id="rId23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 userDrawn="1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 userDrawn="1">
          <p15:clr>
            <a:srgbClr val="C35EA4"/>
          </p15:clr>
        </p15:guide>
        <p15:guide id="17" pos="7546" userDrawn="1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 userDrawn="1">
          <p15:clr>
            <a:srgbClr val="5ACBF0"/>
          </p15:clr>
        </p15:guide>
        <p15:guide id="25" orient="horz" pos="302" userDrawn="1">
          <p15:clr>
            <a:srgbClr val="C35EA4"/>
          </p15:clr>
        </p15:guide>
        <p15:guide id="26" orient="horz" pos="4104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82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45" name="Rectangle 44"/>
              <p:cNvSpPr/>
              <p:nvPr userDrawn="1"/>
            </p:nvSpPr>
            <p:spPr bwMode="auto">
              <a:xfrm>
                <a:off x="1586734" y="4543427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G:120 B:215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/>
              <p:cNvSpPr/>
              <p:nvPr userDrawn="1"/>
            </p:nvSpPr>
            <p:spPr bwMode="auto">
              <a:xfrm>
                <a:off x="3419856" y="4543428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G:188 B:242</a:t>
                </a:r>
                <a:endPara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>
                  <a:gradFill>
                    <a:gsLst>
                      <a:gs pos="92035">
                        <a:srgbClr val="505050"/>
                      </a:gs>
                      <a:gs pos="27000">
                        <a:srgbClr val="50505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2505456" y="4543426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G:32 B:80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80 G:80 B:80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115 G:115 B:115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33" name="Rectangle 32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34" name="Rectangle 33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</a:p>
            </p:txBody>
          </p:sp>
          <p:sp>
            <p:nvSpPr>
              <p:cNvPr id="35" name="Rectangle 34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16 G:124 B:16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79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  <p:sldLayoutId id="2147484440" r:id="rId12"/>
    <p:sldLayoutId id="2147484441" r:id="rId13"/>
    <p:sldLayoutId id="2147484442" r:id="rId14"/>
    <p:sldLayoutId id="2147484443" r:id="rId15"/>
    <p:sldLayoutId id="2147484444" r:id="rId16"/>
    <p:sldLayoutId id="2147484445" r:id="rId17"/>
    <p:sldLayoutId id="2147484446" r:id="rId18"/>
    <p:sldLayoutId id="2147484447" r:id="rId19"/>
    <p:sldLayoutId id="2147484448" r:id="rId20"/>
    <p:sldLayoutId id="2147484449" r:id="rId21"/>
    <p:sldLayoutId id="2147484450" r:id="rId22"/>
    <p:sldLayoutId id="2147484451" r:id="rId23"/>
    <p:sldLayoutId id="2147484452" r:id="rId24"/>
    <p:sldLayoutId id="2147484453" r:id="rId25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marL="342900" marR="0" lvl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584200" marR="0" lvl="1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43" name="Group 42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50" name="Rectangle 49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rgbClr val="0078D7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51" name="Rectangle 50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52" name="Rectangle 51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rgbClr val="D2D2D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R:210 G:210 B:210</a:t>
                </a:r>
              </a:p>
            </p:txBody>
          </p:sp>
          <p:sp>
            <p:nvSpPr>
              <p:cNvPr id="53" name="Rectangle 52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rgbClr val="00205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G:32 B:80</a:t>
                </a:r>
              </a:p>
            </p:txBody>
          </p:sp>
          <p:sp>
            <p:nvSpPr>
              <p:cNvPr id="54" name="Rectangle 53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32323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R:50 G:50 B:50</a:t>
                </a:r>
              </a:p>
            </p:txBody>
          </p:sp>
          <p:sp>
            <p:nvSpPr>
              <p:cNvPr id="55" name="Rectangle 54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R:115 G:115 B:115</a:t>
                </a:r>
              </a:p>
            </p:txBody>
          </p:sp>
        </p:grpSp>
        <p:grpSp>
          <p:nvGrpSpPr>
            <p:cNvPr id="44" name="Group 43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47" name="Rectangle 46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 noProof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48" name="Rectangle 47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R:216 G:59 B:1</a:t>
                </a:r>
              </a:p>
            </p:txBody>
          </p:sp>
          <p:sp>
            <p:nvSpPr>
              <p:cNvPr id="49" name="Rectangle 48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R:16 G:124 B:16</a:t>
                </a:r>
              </a:p>
            </p:txBody>
          </p:sp>
        </p:grpSp>
        <p:sp>
          <p:nvSpPr>
            <p:cNvPr id="45" name="TextBox 44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Main colors</a:t>
              </a:r>
            </a:p>
          </p:txBody>
        </p:sp>
        <p:sp>
          <p:nvSpPr>
            <p:cNvPr id="46" name="TextBox 45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Secondary colors (use only when necessary)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2936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  <p:sldLayoutId id="2147484467" r:id="rId12"/>
    <p:sldLayoutId id="2147484468" r:id="rId13"/>
    <p:sldLayoutId id="2147484469" r:id="rId14"/>
    <p:sldLayoutId id="2147484470" r:id="rId15"/>
    <p:sldLayoutId id="2147484471" r:id="rId16"/>
    <p:sldLayoutId id="2147484472" r:id="rId17"/>
    <p:sldLayoutId id="2147484473" r:id="rId18"/>
    <p:sldLayoutId id="2147484474" r:id="rId19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40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24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5982" y="819973"/>
            <a:ext cx="11201400" cy="1872045"/>
          </a:xfrm>
        </p:spPr>
        <p:txBody>
          <a:bodyPr/>
          <a:lstStyle/>
          <a:p>
            <a:r>
              <a:rPr lang="pt-BR" sz="6600" b="1" dirty="0"/>
              <a:t>Arquitetura de Integrações </a:t>
            </a:r>
            <a:r>
              <a:rPr lang="pt-BR" sz="4800" b="1" dirty="0"/>
              <a:t>Desafios e alternativas de implementação</a:t>
            </a:r>
            <a:endParaRPr lang="pt-BR" sz="3200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E586154-1869-4CFD-B96A-0D02C9051E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4237" y="3344862"/>
            <a:ext cx="6111478" cy="1872045"/>
          </a:xfrm>
        </p:spPr>
        <p:txBody>
          <a:bodyPr/>
          <a:lstStyle/>
          <a:p>
            <a:r>
              <a:rPr lang="en-US" b="1" dirty="0"/>
              <a:t>Renato </a:t>
            </a:r>
            <a:r>
              <a:rPr lang="en-US" b="1" dirty="0" err="1"/>
              <a:t>Groffe</a:t>
            </a:r>
            <a:endParaRPr lang="en-US" b="1" dirty="0"/>
          </a:p>
          <a:p>
            <a:r>
              <a:rPr lang="en-US" sz="2800" dirty="0"/>
              <a:t>Microsoft MVP, MTAC</a:t>
            </a:r>
          </a:p>
          <a:p>
            <a:r>
              <a:rPr lang="en-US" sz="2800" dirty="0"/>
              <a:t>linkedin.com/in/</a:t>
            </a:r>
            <a:r>
              <a:rPr lang="en-US" sz="2800" dirty="0" err="1"/>
              <a:t>renatogroffe</a:t>
            </a:r>
            <a:br>
              <a:rPr lang="en-US" sz="2800" dirty="0"/>
            </a:br>
            <a:r>
              <a:rPr lang="en-US" sz="2800" dirty="0"/>
              <a:t>renatogroffe.medium.com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2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729B841-1394-5612-EED8-6F974700E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" y="592075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25EB85F4-3F83-1077-9F3F-A834A3CA77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89237" y="5920754"/>
            <a:ext cx="1135344" cy="940713"/>
          </a:xfrm>
          <a:prstGeom prst="rect">
            <a:avLst/>
          </a:prstGeom>
        </p:spPr>
      </p:pic>
      <p:pic>
        <p:nvPicPr>
          <p:cNvPr id="5" name="Imagem 4" descr="Uma imagem contendo desenho&#10;&#10;Descrição gerada automaticamente">
            <a:extLst>
              <a:ext uri="{FF2B5EF4-FFF2-40B4-BE49-F238E27FC236}">
                <a16:creationId xmlns:a16="http://schemas.microsoft.com/office/drawing/2014/main" id="{97CD0553-8D2A-10BE-B4AD-FDC32593B7E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590" r="25492"/>
          <a:stretch/>
        </p:blipFill>
        <p:spPr>
          <a:xfrm>
            <a:off x="3924581" y="5920754"/>
            <a:ext cx="2752086" cy="899299"/>
          </a:xfrm>
          <a:prstGeom prst="rect">
            <a:avLst/>
          </a:prstGeom>
        </p:spPr>
      </p:pic>
      <p:pic>
        <p:nvPicPr>
          <p:cNvPr id="6" name="Imagem 5" descr="Diagrama, Desenho técnico&#10;&#10;Descrição gerada automaticamente">
            <a:extLst>
              <a:ext uri="{FF2B5EF4-FFF2-40B4-BE49-F238E27FC236}">
                <a16:creationId xmlns:a16="http://schemas.microsoft.com/office/drawing/2014/main" id="{D4C2E17B-7EE8-3E23-8C2F-36966ECDA5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6637" y="2697218"/>
            <a:ext cx="2313003" cy="2313003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7" name="Imagem 6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2CBF3743-6FCF-0688-0204-8E92164B7D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5918" y="5509992"/>
            <a:ext cx="1377063" cy="137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559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820862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Valuable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Professional (MVP)</a:t>
            </a: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Captain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APISEC U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Ambassador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Multi-Plataform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Technical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Audience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Contributor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(MTAC)</a:t>
            </a: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Renato Groffe</a:t>
            </a:r>
          </a:p>
        </p:txBody>
      </p:sp>
      <p:sp>
        <p:nvSpPr>
          <p:cNvPr id="17" name="Content Placeholder 1"/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16374F2-EFE7-4775-AD13-95766DD4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8614" y="472111"/>
            <a:ext cx="2064045" cy="2290202"/>
          </a:xfrm>
          <a:prstGeom prst="rect">
            <a:avLst/>
          </a:prstGeom>
        </p:spPr>
      </p:pic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942EB67-E85D-42B0-8C54-899E7CBF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726" y="3083121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A06A382F-CB5E-49D3-A714-BF89782F3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0933" y="4142337"/>
            <a:ext cx="1403451" cy="140345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C07B8D-D885-A29F-54DF-949F73653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155" y="4836355"/>
            <a:ext cx="1600799" cy="1600799"/>
          </a:xfrm>
          <a:prstGeom prst="rect">
            <a:avLst/>
          </a:prstGeom>
        </p:spPr>
      </p:pic>
      <p:pic>
        <p:nvPicPr>
          <p:cNvPr id="7" name="Imagem 6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CAB713EA-9E3B-51D0-845C-81E073A9D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5735" y="3702897"/>
            <a:ext cx="1699365" cy="169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08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238303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Valuable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Professional (MVP)</a:t>
            </a:r>
          </a:p>
          <a:p>
            <a:pPr>
              <a:lnSpc>
                <a:spcPct val="100000"/>
              </a:lnSpc>
            </a:pP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Captain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Multi-Plataform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Technical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Audience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Contributor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(MTAC)</a:t>
            </a:r>
          </a:p>
          <a:p>
            <a:pPr>
              <a:lnSpc>
                <a:spcPct val="100000"/>
              </a:lnSpc>
            </a:pP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Renato Groffe</a:t>
            </a:r>
          </a:p>
        </p:txBody>
      </p:sp>
      <p:sp>
        <p:nvSpPr>
          <p:cNvPr id="17" name="Content Placeholder 1"/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16374F2-EFE7-4775-AD13-95766DD4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8614" y="472111"/>
            <a:ext cx="2064045" cy="2290202"/>
          </a:xfrm>
          <a:prstGeom prst="rect">
            <a:avLst/>
          </a:prstGeom>
        </p:spPr>
      </p:pic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942EB67-E85D-42B0-8C54-899E7CBF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726" y="3083121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A06A382F-CB5E-49D3-A714-BF89782F3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042" y="4081293"/>
            <a:ext cx="1733820" cy="173382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C07B8D-D885-A29F-54DF-949F73653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226" y="3949208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47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439862"/>
            <a:ext cx="7543799" cy="1905000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Arquitetura de integrações: desafios e reflexões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Uma arquitetura de referência</a:t>
            </a:r>
          </a:p>
        </p:txBody>
      </p:sp>
      <p:pic>
        <p:nvPicPr>
          <p:cNvPr id="4" name="Imagem 3" descr="Diagrama, Desenho técnico&#10;&#10;Descrição gerada automaticamente">
            <a:extLst>
              <a:ext uri="{FF2B5EF4-FFF2-40B4-BE49-F238E27FC236}">
                <a16:creationId xmlns:a16="http://schemas.microsoft.com/office/drawing/2014/main" id="{ADC5440C-957A-E4AE-D1AA-EB00A2D02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837" y="1973262"/>
            <a:ext cx="3268662" cy="3268662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93939069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Arquitetura de integrações: desafios e reflexões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439862"/>
            <a:ext cx="7924799" cy="5173724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Tecnologias heterogêneas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Diferentes linguagens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Vários tipos de bancos de dados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Múltiplos protocolos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Containers como um importante fator na redução da complexidade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Compatibilidade e Interoperabilidade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O eterno dilema de aplicações legadas x novas tecnologias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7" name="Imagem 6" descr="Diagrama, Desenho técnico&#10;&#10;Descrição gerada automaticamente">
            <a:extLst>
              <a:ext uri="{FF2B5EF4-FFF2-40B4-BE49-F238E27FC236}">
                <a16:creationId xmlns:a16="http://schemas.microsoft.com/office/drawing/2014/main" id="{A6059CFD-6548-48D0-7016-76E46906D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837" y="1973262"/>
            <a:ext cx="3268662" cy="3268662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32412042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F9B52-B2A1-EC09-01CE-92EE4FFA7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683C1A-E188-1C95-E60C-A7B22DDA3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Arquitetura de integrações: desafios e reflexões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53E9D2-6D52-2BAC-F2A8-F86B66F661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439862"/>
            <a:ext cx="7924799" cy="4373505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Latência e Performance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Impacto nos tempos de resposta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Necessidade de monitoramento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Segurança e Compliance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Proteção de dados e conformidade com regulamentações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Uso de tecnologias de apoio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7" name="Imagem 6" descr="Diagrama, Desenho técnico&#10;&#10;Descrição gerada automaticamente">
            <a:extLst>
              <a:ext uri="{FF2B5EF4-FFF2-40B4-BE49-F238E27FC236}">
                <a16:creationId xmlns:a16="http://schemas.microsoft.com/office/drawing/2014/main" id="{7478304E-6297-139C-BE01-25412DCDE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837" y="1973262"/>
            <a:ext cx="3268662" cy="3268662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77265775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228AC-51BB-A0E0-53E2-D4DF0E34C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78D61-122E-702A-C4AF-59B39A1DF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Arquitetura de integrações: desafios e reflexões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16DD97-9566-374E-8763-F230B66A16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439862"/>
            <a:ext cx="7924799" cy="4191917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Escalabilidade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Robustez para suportar demandas crescentes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 err="1">
                <a:solidFill>
                  <a:srgbClr val="494949"/>
                </a:solidFill>
              </a:rPr>
              <a:t>Kubernetes</a:t>
            </a:r>
            <a:r>
              <a:rPr lang="pt-BR" sz="2600" dirty="0">
                <a:solidFill>
                  <a:srgbClr val="494949"/>
                </a:solidFill>
              </a:rPr>
              <a:t> e o ecossistema cloud </a:t>
            </a:r>
            <a:r>
              <a:rPr lang="pt-BR" sz="2600" dirty="0" err="1">
                <a:solidFill>
                  <a:srgbClr val="494949"/>
                </a:solidFill>
              </a:rPr>
              <a:t>native</a:t>
            </a:r>
            <a:r>
              <a:rPr lang="pt-BR" sz="2600" dirty="0">
                <a:solidFill>
                  <a:srgbClr val="494949"/>
                </a:solidFill>
              </a:rPr>
              <a:t> devem ser considerados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Monitoramento e </a:t>
            </a:r>
            <a:r>
              <a:rPr lang="pt-BR" sz="3200" dirty="0" err="1">
                <a:solidFill>
                  <a:srgbClr val="494949"/>
                </a:solidFill>
              </a:rPr>
              <a:t>Observabilidade</a:t>
            </a:r>
            <a:endParaRPr lang="pt-BR" sz="3200" dirty="0">
              <a:solidFill>
                <a:srgbClr val="494949"/>
              </a:solidFill>
            </a:endParaRP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3 pilares: logs, métricas, traces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A flexibilidade trazida por soluções como </a:t>
            </a:r>
            <a:r>
              <a:rPr lang="pt-BR" sz="2600" dirty="0" err="1">
                <a:solidFill>
                  <a:srgbClr val="494949"/>
                </a:solidFill>
              </a:rPr>
              <a:t>Grafana</a:t>
            </a:r>
            <a:r>
              <a:rPr lang="pt-BR" sz="2600" dirty="0">
                <a:solidFill>
                  <a:srgbClr val="494949"/>
                </a:solidFill>
              </a:rPr>
              <a:t>, </a:t>
            </a:r>
            <a:r>
              <a:rPr lang="pt-BR" sz="2600" dirty="0" err="1">
                <a:solidFill>
                  <a:srgbClr val="494949"/>
                </a:solidFill>
              </a:rPr>
              <a:t>Prometheus</a:t>
            </a:r>
            <a:r>
              <a:rPr lang="pt-BR" sz="2600" dirty="0">
                <a:solidFill>
                  <a:srgbClr val="494949"/>
                </a:solidFill>
              </a:rPr>
              <a:t> e </a:t>
            </a:r>
            <a:r>
              <a:rPr lang="pt-BR" sz="2600" dirty="0" err="1">
                <a:solidFill>
                  <a:srgbClr val="494949"/>
                </a:solidFill>
              </a:rPr>
              <a:t>OpenTelemetry</a:t>
            </a: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7" name="Imagem 6" descr="Diagrama, Desenho técnico&#10;&#10;Descrição gerada automaticamente">
            <a:extLst>
              <a:ext uri="{FF2B5EF4-FFF2-40B4-BE49-F238E27FC236}">
                <a16:creationId xmlns:a16="http://schemas.microsoft.com/office/drawing/2014/main" id="{BE7768D7-81CE-B83A-3710-5413687CB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837" y="1973262"/>
            <a:ext cx="3268662" cy="3268662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26258200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4CFC8-B4A3-1680-6632-14131D7AE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A1848-B1CE-BAC5-608A-4A160F2E7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Arquitetura de integrações: desafios e reflexões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C348F8-6F40-4626-2CF9-261B7C39D8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439862"/>
            <a:ext cx="7924799" cy="427193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Gestão de Mudanças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Versionamento de código e artefatos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CI/CD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A adoção de práticas como </a:t>
            </a:r>
            <a:r>
              <a:rPr lang="pt-BR" sz="2600" dirty="0" err="1">
                <a:solidFill>
                  <a:srgbClr val="494949"/>
                </a:solidFill>
              </a:rPr>
              <a:t>GitOps</a:t>
            </a:r>
            <a:r>
              <a:rPr lang="pt-BR" sz="2600" dirty="0">
                <a:solidFill>
                  <a:srgbClr val="494949"/>
                </a:solidFill>
              </a:rPr>
              <a:t> e </a:t>
            </a:r>
            <a:r>
              <a:rPr lang="pt-BR" sz="2600" dirty="0" err="1">
                <a:solidFill>
                  <a:srgbClr val="494949"/>
                </a:solidFill>
              </a:rPr>
              <a:t>APIOps</a:t>
            </a:r>
            <a:endParaRPr lang="pt-BR" sz="2600" dirty="0">
              <a:solidFill>
                <a:srgbClr val="494949"/>
              </a:solidFill>
            </a:endParaRPr>
          </a:p>
          <a:p>
            <a:pPr marL="1028700" lvl="3" indent="-571500">
              <a:buFont typeface="Arial" panose="020B0604020202020204" pitchFamily="34" charset="0"/>
              <a:buChar char="•"/>
            </a:pPr>
            <a:endParaRPr lang="pt-BR" sz="32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Custo e Complexidade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A dualidade investimento x retorno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Soluções open </a:t>
            </a:r>
            <a:r>
              <a:rPr lang="pt-BR" sz="2600" dirty="0" err="1">
                <a:solidFill>
                  <a:srgbClr val="494949"/>
                </a:solidFill>
              </a:rPr>
              <a:t>source</a:t>
            </a:r>
            <a:r>
              <a:rPr lang="pt-BR" sz="2600" dirty="0">
                <a:solidFill>
                  <a:srgbClr val="494949"/>
                </a:solidFill>
              </a:rPr>
              <a:t> podem reduzir custos, mas deve se atentar à complexidade gerada</a:t>
            </a:r>
          </a:p>
        </p:txBody>
      </p:sp>
      <p:pic>
        <p:nvPicPr>
          <p:cNvPr id="7" name="Imagem 6" descr="Diagrama, Desenho técnico&#10;&#10;Descrição gerada automaticamente">
            <a:extLst>
              <a:ext uri="{FF2B5EF4-FFF2-40B4-BE49-F238E27FC236}">
                <a16:creationId xmlns:a16="http://schemas.microsoft.com/office/drawing/2014/main" id="{2826A954-E27B-3C2C-933D-DD92BB96F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837" y="1973262"/>
            <a:ext cx="3268662" cy="3268662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37610920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DB4EC-6337-7A48-8B9D-B4D1B7041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7C407-3965-7C3A-0C1F-E6A5175A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Arquitetura de integrações: desafios e reflexões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ACB3DA-B8D6-C320-6D46-63FDA96A65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439862"/>
            <a:ext cx="7924799" cy="2388346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494949"/>
                </a:solidFill>
              </a:rPr>
              <a:t>Governança e Padronização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Adoção de regras e boas práticas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 err="1">
                <a:solidFill>
                  <a:srgbClr val="494949"/>
                </a:solidFill>
              </a:rPr>
              <a:t>Well-Architected</a:t>
            </a:r>
            <a:r>
              <a:rPr lang="pt-BR" sz="2600" dirty="0">
                <a:solidFill>
                  <a:srgbClr val="494949"/>
                </a:solidFill>
              </a:rPr>
              <a:t> Framework (nuvem)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Cloud </a:t>
            </a:r>
            <a:r>
              <a:rPr lang="pt-BR" sz="2600" dirty="0" err="1">
                <a:solidFill>
                  <a:srgbClr val="494949"/>
                </a:solidFill>
              </a:rPr>
              <a:t>Adoption</a:t>
            </a:r>
            <a:r>
              <a:rPr lang="pt-BR" sz="2600" dirty="0">
                <a:solidFill>
                  <a:srgbClr val="494949"/>
                </a:solidFill>
              </a:rPr>
              <a:t> Framework</a:t>
            </a:r>
          </a:p>
          <a:p>
            <a:pPr marL="1028700" lvl="3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Diretrizes da OWASP</a:t>
            </a:r>
            <a:endParaRPr lang="pt-BR" sz="3200" dirty="0">
              <a:solidFill>
                <a:srgbClr val="494949"/>
              </a:solidFill>
            </a:endParaRPr>
          </a:p>
        </p:txBody>
      </p:sp>
      <p:pic>
        <p:nvPicPr>
          <p:cNvPr id="7" name="Imagem 6" descr="Diagrama, Desenho técnico&#10;&#10;Descrição gerada automaticamente">
            <a:extLst>
              <a:ext uri="{FF2B5EF4-FFF2-40B4-BE49-F238E27FC236}">
                <a16:creationId xmlns:a16="http://schemas.microsoft.com/office/drawing/2014/main" id="{573CDFBF-11BA-2601-A1D6-B149E39B3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837" y="1973262"/>
            <a:ext cx="3268662" cy="3268662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91564919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EC676528-A388-6D51-AE3F-35F425AB5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513" y="0"/>
            <a:ext cx="9527448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270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/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581A68B-F4F2-4842-B63E-4808CD8A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2883852"/>
            <a:ext cx="4876800" cy="1181862"/>
          </a:xfrm>
        </p:spPr>
        <p:txBody>
          <a:bodyPr/>
          <a:lstStyle/>
          <a:p>
            <a:r>
              <a:rPr lang="pt-BR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08216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.potx" id="{61D5EBA6-A23E-492C-8A07-E4BCB14E768B}" vid="{2C5385DD-25CC-4B4A-8E83-9D91F0EF820F}"/>
    </a:ext>
  </a:extLst>
</a:theme>
</file>

<file path=ppt/theme/theme2.xml><?xml version="1.0" encoding="utf-8"?>
<a:theme xmlns:a="http://schemas.openxmlformats.org/drawingml/2006/main" name="1_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" id="{08B3FEDF-27CE-477E-A1F2-9805036CC047}" vid="{CD0BEC05-913A-4A4A-B174-12DECD18D25B}"/>
    </a:ext>
  </a:extLst>
</a:theme>
</file>

<file path=ppt/theme/theme3.xml><?xml version="1.0" encoding="utf-8"?>
<a:theme xmlns:a="http://schemas.openxmlformats.org/drawingml/2006/main" name="5-30721_Build_2016_Template_Light">
  <a:themeElements>
    <a:clrScheme name="Build 2016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78D7"/>
      </a:accent1>
      <a:accent2>
        <a:srgbClr val="002050"/>
      </a:accent2>
      <a:accent3>
        <a:srgbClr val="00BCF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2DD1E4E3-0871-45BE-BEDE-345B55444DCB}"/>
    </a:ext>
  </a:extLst>
</a:theme>
</file>

<file path=ppt/theme/theme4.xml><?xml version="1.0" encoding="utf-8"?>
<a:theme xmlns:a="http://schemas.openxmlformats.org/drawingml/2006/main" name="5-30721_Build_2016_Template_Dark">
  <a:themeElements>
    <a:clrScheme name="Build 2016 Dark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BCF2"/>
      </a:accent1>
      <a:accent2>
        <a:srgbClr val="0078D7"/>
      </a:accent2>
      <a:accent3>
        <a:srgbClr val="002050"/>
      </a:accent3>
      <a:accent4>
        <a:srgbClr val="D2D2D2"/>
      </a:accent4>
      <a:accent5>
        <a:srgbClr val="737373"/>
      </a:accent5>
      <a:accent6>
        <a:srgbClr val="323232"/>
      </a:accent6>
      <a:hlink>
        <a:srgbClr val="5DDCFF"/>
      </a:hlink>
      <a:folHlink>
        <a:srgbClr val="5DDCFF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EE767E89-5D4D-44CA-8070-C9EE1D87F83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d12e2661e9634d9aa98bbb375f31aced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Georgia World Congress Center</TermName>
          <TermId xmlns="http://schemas.microsoft.com/office/infopath/2007/PartnerControls">ea0ece34-59a6-4d43-8d9e-d0f9e2a2f1ce</TermId>
        </TermInfo>
      </Terms>
    </d12e2661e9634d9aa98bbb375f31aced>
    <Event_x0020_Start_x0020_Date xmlns="01c77077-aee4-4b5f-bd4e-9cd40a6fff29">2016-09-25T07:00:00+00:00</Event_x0020_Start_x0020_Date>
    <Target_x0020_Audiences xmlns="8ff673fc-3231-4e3a-893b-6d7f7cd32766" xsi:nil="true"/>
    <iaa5f83406f94009a0f6a3e890699ff7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Atlanta</TermName>
          <TermId xmlns="http://schemas.microsoft.com/office/infopath/2007/PartnerControls">01fb9831-5840-48a0-a576-3e48f42baa53</TermId>
        </TermInfo>
      </Terms>
    </iaa5f83406f94009a0f6a3e890699ff7>
    <External_x0020_Speaker xmlns="01c77077-aee4-4b5f-bd4e-9cd40a6fff29">Michael Kelley</External_x0020_Speaker>
    <m6878b9dd7994da4ba144f95347d99c6 xmlns="01c77077-aee4-4b5f-bd4e-9cd40a6fff29">
      <Terms xmlns="http://schemas.microsoft.com/office/infopath/2007/PartnerControls"/>
    </m6878b9dd7994da4ba144f95347d99c6>
    <Presentation_x0020_Date xmlns="01c77077-aee4-4b5f-bd4e-9cd40a6fff29">2016-09-28T04:00:00+00:00</Presentation_x0020_Date>
    <fc15c16204564de583b4c942b10d19ec xmlns="01c77077-aee4-4b5f-bd4e-9cd40a6fff29">
      <Terms xmlns="http://schemas.microsoft.com/office/infopath/2007/PartnerControls"/>
    </fc15c16204564de583b4c942b10d19ec>
    <mb2e01f7e2d8413988e28e59aa226eec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</TermName>
          <TermId xmlns="http://schemas.microsoft.com/office/infopath/2007/PartnerControls">9323c522-fe4b-4922-816b-10a1920d7afb</TermId>
        </TermInfo>
      </Terms>
    </mb2e01f7e2d8413988e28e59aa226eec>
    <MS_x0020_Content_x0020_Owner xmlns="01c77077-aee4-4b5f-bd4e-9cd40a6fff29">
      <UserInfo>
        <DisplayName/>
        <AccountId xsi:nil="true"/>
        <AccountType/>
      </UserInfo>
    </MS_x0020_Content_x0020_Owner>
    <Session_x0020_Code xmlns="01c77077-aee4-4b5f-bd4e-9cd40a6fff29">BRK2158</Session_x0020_Code>
    <Event_x0020_End_x0020_Date xmlns="01c77077-aee4-4b5f-bd4e-9cd40a6fff29">2016-09-30T07:00:00+00:00</Event_x0020_End_x0020_Date>
    <o1010385baed4da9b5076a6aa651d1e5 xmlns="01c77077-aee4-4b5f-bd4e-9cd40a6fff29">
      <Terms xmlns="http://schemas.microsoft.com/office/infopath/2007/PartnerControls"/>
    </o1010385baed4da9b5076a6aa651d1e5>
    <kc6d1bd9a46e4e5fbbbf99ca3de7a092 xmlns="01c77077-aee4-4b5f-bd4e-9cd40a6fff29">
      <Terms xmlns="http://schemas.microsoft.com/office/infopath/2007/PartnerControls"/>
    </kc6d1bd9a46e4e5fbbbf99ca3de7a092>
    <MS_x0020_Speaker xmlns="01c77077-aee4-4b5f-bd4e-9cd40a6fff29">
      <UserInfo>
        <DisplayName/>
        <AccountId xsi:nil="true"/>
        <AccountType/>
      </UserInfo>
    </MS_x0020_Speaker>
    <TaxKeywordTaxHTField xmlns="230e9df3-be65-4c73-a93b-d1236ebd67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 2016</TermName>
          <TermId xmlns="http://schemas.microsoft.com/office/infopath/2007/PartnerControls">e2f6a88c-86f9-4b25-a2af-b5c3afa8c82a</TermId>
        </TermInfo>
      </Terms>
    </TaxKeywordTaxHTField>
    <TaxCatchAll xmlns="230e9df3-be65-4c73-a93b-d1236ebd677e">
      <Value>174</Value>
      <Value>177</Value>
      <Value>176</Value>
      <Value>175</Value>
    </TaxCatchAll>
    <NumberofDownloads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31DCF4CA090F824DB1E4CCBB6B9D64EA00101E8AAD132F8F4D96340D6376C8BB3E" ma:contentTypeVersion="22" ma:contentTypeDescription="" ma:contentTypeScope="" ma:versionID="8add498658ef06bbcf3bc1f2c97d938c">
  <xsd:schema xmlns:xsd="http://www.w3.org/2001/XMLSchema" xmlns:xs="http://www.w3.org/2001/XMLSchema" xmlns:p="http://schemas.microsoft.com/office/2006/metadata/properties" xmlns:ns1="http://schemas.microsoft.com/sharepoint/v3" xmlns:ns2="01c77077-aee4-4b5f-bd4e-9cd40a6fff29" xmlns:ns3="230e9df3-be65-4c73-a93b-d1236ebd677e" xmlns:ns5="8ff673fc-3231-4e3a-893b-6d7f7cd32766" targetNamespace="http://schemas.microsoft.com/office/2006/metadata/properties" ma:root="true" ma:fieldsID="a14070d067e341e7ddc7e27ecc4a2d88" ns1:_="" ns2:_="" ns3:_="" ns5:_="">
    <xsd:import namespace="http://schemas.microsoft.com/sharepoint/v3"/>
    <xsd:import namespace="01c77077-aee4-4b5f-bd4e-9cd40a6fff29"/>
    <xsd:import namespace="230e9df3-be65-4c73-a93b-d1236ebd677e"/>
    <xsd:import namespace="8ff673fc-3231-4e3a-893b-6d7f7cd32766"/>
    <xsd:element name="properties">
      <xsd:complexType>
        <xsd:sequence>
          <xsd:element name="documentManagement">
            <xsd:complexType>
              <xsd:all>
                <xsd:element ref="ns2:mb2e01f7e2d8413988e28e59aa226eec" minOccurs="0"/>
                <xsd:element ref="ns3:TaxCatchAll" minOccurs="0"/>
                <xsd:element ref="ns3:TaxCatchAllLabel" minOccurs="0"/>
                <xsd:element ref="ns2:iaa5f83406f94009a0f6a3e890699ff7" minOccurs="0"/>
                <xsd:element ref="ns2:d12e2661e9634d9aa98bbb375f31aced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o1010385baed4da9b5076a6aa651d1e5" minOccurs="0"/>
                <xsd:element ref="ns2:kc6d1bd9a46e4e5fbbbf99ca3de7a092" minOccurs="0"/>
                <xsd:element ref="ns2:Session_x0020_Code" minOccurs="0"/>
                <xsd:element ref="ns2:MS_x0020_Content_x0020_Owner" minOccurs="0"/>
                <xsd:element ref="ns2:m6878b9dd7994da4ba144f95347d99c6" minOccurs="0"/>
                <xsd:element ref="ns2:fc15c16204564de583b4c942b10d19ec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5:Target_x0020_Audiences" minOccurs="0"/>
                <xsd:element ref="ns2:SharedWithUsers" minOccurs="0"/>
                <xsd:element ref="ns2:SharedWithDetails" minOccurs="0"/>
                <xsd:element ref="ns3:NumberofDownloa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77077-aee4-4b5f-bd4e-9cd40a6fff29" elementFormDefault="qualified">
    <xsd:import namespace="http://schemas.microsoft.com/office/2006/documentManagement/types"/>
    <xsd:import namespace="http://schemas.microsoft.com/office/infopath/2007/PartnerControls"/>
    <xsd:element name="mb2e01f7e2d8413988e28e59aa226eec" ma:index="8" nillable="true" ma:taxonomy="true" ma:internalName="mb2e01f7e2d8413988e28e59aa226eec" ma:taxonomyFieldName="Event_x0020_Name" ma:displayName="Event Name" ma:default="" ma:fieldId="{6b2e01f7-e2d8-4139-88e2-8e59aa226eec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iaa5f83406f94009a0f6a3e890699ff7" ma:index="12" nillable="true" ma:taxonomy="true" ma:internalName="iaa5f83406f94009a0f6a3e890699ff7" ma:taxonomyFieldName="Event_x0020_Location" ma:displayName="Event Location" ma:default="" ma:fieldId="{2aa5f834-06f9-4009-a0f6-a3e890699ff7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12e2661e9634d9aa98bbb375f31aced" ma:index="14" nillable="true" ma:taxonomy="true" ma:internalName="d12e2661e9634d9aa98bbb375f31aced" ma:taxonomyFieldName="Event_x0020_Venue" ma:displayName="Event Venue" ma:default="" ma:fieldId="{d12e2661-e963-4d9a-a98b-bb375f31aced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o1010385baed4da9b5076a6aa651d1e5" ma:index="21" nillable="true" ma:taxonomy="true" ma:internalName="o1010385baed4da9b5076a6aa651d1e5" ma:taxonomyFieldName="Product" ma:displayName="Product" ma:default="" ma:fieldId="{81010385-baed-4da9-b507-6a6aa651d1e5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c6d1bd9a46e4e5fbbbf99ca3de7a092" ma:index="23" nillable="true" ma:taxonomy="true" ma:internalName="kc6d1bd9a46e4e5fbbbf99ca3de7a092" ma:taxonomyFieldName="Campaign" ma:displayName="Campaign" ma:default="" ma:fieldId="{4c6d1bd9-a46e-4e5f-bbbf-99ca3de7a092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6878b9dd7994da4ba144f95347d99c6" ma:index="27" nillable="true" ma:taxonomy="true" ma:internalName="m6878b9dd7994da4ba144f95347d99c6" ma:taxonomyFieldName="Track" ma:displayName="Track" ma:readOnly="false" ma:default="" ma:fieldId="{66878b9d-d799-4da4-ba14-4f95347d99c6}" ma:sspId="e385fb40-52d4-4fae-9c5b-3e8ff8a5878e" ma:termSetId="8113a965-58e2-4a85-99b9-55376be5482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c15c16204564de583b4c942b10d19ec" ma:index="29" nillable="true" ma:taxonomy="true" ma:internalName="fc15c16204564de583b4c942b10d19ec" ma:taxonomyFieldName="Audience1" ma:displayName="Audience" ma:default="" ma:fieldId="{fc15c162-0456-4de5-83b4-c942b10d19ec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0d8ba32e-6f24-4e39-985b-e3fd5ec6bdb7}" ma:internalName="TaxCatchAll" ma:showField="CatchAllData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d8ba32e-6f24-4e39-985b-e3fd5ec6bdb7}" ma:internalName="TaxCatchAllLabel" ma:readOnly="true" ma:showField="CatchAllDataLabel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NumberofDownloads" ma:index="40" nillable="true" ma:displayName="NumberofDownloads" ma:internalName="NumberofDownload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673fc-3231-4e3a-893b-6d7f7cd32766" elementFormDefault="qualified">
    <xsd:import namespace="http://schemas.microsoft.com/office/2006/documentManagement/types"/>
    <xsd:import namespace="http://schemas.microsoft.com/office/infopath/2007/PartnerControls"/>
    <xsd:element name="Target_x0020_Audiences" ma:index="37" nillable="true" ma:displayName="Target Audiences" ma:internalName="Target_x0020_Audience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dcmitype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01c77077-aee4-4b5f-bd4e-9cd40a6fff29"/>
    <ds:schemaRef ds:uri="http://schemas.microsoft.com/sharepoint/v3"/>
    <ds:schemaRef ds:uri="8ff673fc-3231-4e3a-893b-6d7f7cd32766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8F288A-5131-4E80-AB86-F10FC0373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1c77077-aee4-4b5f-bd4e-9cd40a6fff29"/>
    <ds:schemaRef ds:uri="230e9df3-be65-4c73-a93b-d1236ebd677e"/>
    <ds:schemaRef ds:uri="8ff673fc-3231-4e3a-893b-6d7f7cd32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Microsoft_Ignite_2016_16x9_Template</Template>
  <TotalTime>1463</TotalTime>
  <Words>595</Words>
  <Application>Microsoft Office PowerPoint</Application>
  <PresentationFormat>Personalizar</PresentationFormat>
  <Paragraphs>104</Paragraphs>
  <Slides>11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11</vt:i4>
      </vt:variant>
    </vt:vector>
  </HeadingPairs>
  <TitlesOfParts>
    <vt:vector size="20" baseType="lpstr">
      <vt:lpstr>Arial</vt:lpstr>
      <vt:lpstr>Consolas</vt:lpstr>
      <vt:lpstr>Segoe UI</vt:lpstr>
      <vt:lpstr>Segoe UI Light</vt:lpstr>
      <vt:lpstr>Wingdings</vt:lpstr>
      <vt:lpstr>5-50002_Ignite_Breakout_Template</vt:lpstr>
      <vt:lpstr>1_5-50002_Ignite_Breakout_Template</vt:lpstr>
      <vt:lpstr>5-30721_Build_2016_Template_Light</vt:lpstr>
      <vt:lpstr>5-30721_Build_2016_Template_Dark</vt:lpstr>
      <vt:lpstr>Arquitetura de Integrações Desafios e alternativas de implementação</vt:lpstr>
      <vt:lpstr>Renato Groffe</vt:lpstr>
      <vt:lpstr>Renato Groffe</vt:lpstr>
      <vt:lpstr>Agenda</vt:lpstr>
      <vt:lpstr>Arquitetura de integrações: desafios e reflexões</vt:lpstr>
      <vt:lpstr>Arquitetura de integrações: desafios e reflexões</vt:lpstr>
      <vt:lpstr>Arquitetura de integrações: desafios e reflexões</vt:lpstr>
      <vt:lpstr>Arquitetura de integrações: desafios e reflexões</vt:lpstr>
      <vt:lpstr>Arquitetura de integrações: desafios e reflexões</vt:lpstr>
      <vt:lpstr>Apresentação do PowerPoint</vt:lpstr>
      <vt:lpstr>OBRIGADO!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why Microsoft loves Linux and Open Source</dc:title>
  <dc:subject>&lt;Speech title here&gt;</dc:subject>
  <dc:creator>Michael Kelley (OSTC)</dc:creator>
  <cp:keywords>Microsoft Ignite 2016</cp:keywords>
  <dc:description>Template: Mitchell Derrey, Silverfox Productions_x000d_
Formatting: _x000d_
Audience Type:</dc:description>
  <cp:lastModifiedBy>Renato Groffe</cp:lastModifiedBy>
  <cp:revision>485</cp:revision>
  <dcterms:created xsi:type="dcterms:W3CDTF">2016-08-05T22:03:34Z</dcterms:created>
  <dcterms:modified xsi:type="dcterms:W3CDTF">2025-11-05T00:32:07Z</dcterms:modified>
  <cp:category>Microsoft Ignite 2016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0x01010031DCF4CA090F824DB1E4CCBB6B9D64EA00101E8AAD132F8F4D96340D6376C8BB3E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>177;#Georgia World Congress Center|ea0ece34-59a6-4d43-8d9e-d0f9e2a2f1ce</vt:lpwstr>
  </property>
  <property fmtid="{D5CDD505-2E9C-101B-9397-08002B2CF9AE}" pid="7" name="Track">
    <vt:lpwstr/>
  </property>
  <property fmtid="{D5CDD505-2E9C-101B-9397-08002B2CF9AE}" pid="8" name="Event Location">
    <vt:lpwstr>176;#Atlanta|01fb9831-5840-48a0-a576-3e48f42baa53</vt:lpwstr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>174;#Microsoft Ignite 2016|e2f6a88c-86f9-4b25-a2af-b5c3afa8c82a</vt:lpwstr>
  </property>
  <property fmtid="{D5CDD505-2E9C-101B-9397-08002B2CF9AE}" pid="12" name="Audience1">
    <vt:lpwstr/>
  </property>
  <property fmtid="{D5CDD505-2E9C-101B-9397-08002B2CF9AE}" pid="13" name="Event Name">
    <vt:lpwstr>175;#Microsoft Ignite|9323c522-fe4b-4922-816b-10a1920d7afb</vt:lpwstr>
  </property>
</Properties>
</file>